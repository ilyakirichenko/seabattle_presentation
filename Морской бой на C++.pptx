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0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-102" y="1110"/>
      </p:cViewPr>
      <p:guideLst>
        <p:guide orient="horz" pos="136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15000-9175-4FB8-9666-11C5E7BD8C8A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B8B2E-E82F-4034-88D8-24A9F2D27B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3426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15000-9175-4FB8-9666-11C5E7BD8C8A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B8B2E-E82F-4034-88D8-24A9F2D27B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265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15000-9175-4FB8-9666-11C5E7BD8C8A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B8B2E-E82F-4034-88D8-24A9F2D27B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8333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15000-9175-4FB8-9666-11C5E7BD8C8A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B8B2E-E82F-4034-88D8-24A9F2D27B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8063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15000-9175-4FB8-9666-11C5E7BD8C8A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B8B2E-E82F-4034-88D8-24A9F2D27B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139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15000-9175-4FB8-9666-11C5E7BD8C8A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B8B2E-E82F-4034-88D8-24A9F2D27B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0323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15000-9175-4FB8-9666-11C5E7BD8C8A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B8B2E-E82F-4034-88D8-24A9F2D27B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8411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15000-9175-4FB8-9666-11C5E7BD8C8A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B8B2E-E82F-4034-88D8-24A9F2D27B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7547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15000-9175-4FB8-9666-11C5E7BD8C8A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B8B2E-E82F-4034-88D8-24A9F2D27B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9405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15000-9175-4FB8-9666-11C5E7BD8C8A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B8B2E-E82F-4034-88D8-24A9F2D27B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5175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15000-9175-4FB8-9666-11C5E7BD8C8A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B8B2E-E82F-4034-88D8-24A9F2D27B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0772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A15000-9175-4FB8-9666-11C5E7BD8C8A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3B8B2E-E82F-4034-88D8-24A9F2D27B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3580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" y="2327564"/>
            <a:ext cx="7265324" cy="1101436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Морской бой на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C++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25308" y="3704897"/>
            <a:ext cx="5177965" cy="2953599"/>
          </a:xfr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>
            <a:noAutofit/>
          </a:bodyPr>
          <a:lstStyle/>
          <a:p>
            <a:pPr algn="l"/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«Системное программирование»</a:t>
            </a:r>
          </a:p>
          <a:p>
            <a:pPr algn="l"/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Участники: Кириченко </a:t>
            </a:r>
            <a:r>
              <a:rPr lang="ru-RU" sz="28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ru-RU" sz="28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А</a:t>
            </a:r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l"/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Ваньков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en-US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Н. </a:t>
            </a:r>
          </a:p>
          <a:p>
            <a:pPr algn="l"/>
            <a:r>
              <a:rPr lang="ru-RU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Ситков Д. Н.</a:t>
            </a:r>
            <a:endParaRPr lang="ru-R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Группа: ПР-31</a:t>
            </a:r>
          </a:p>
          <a:p>
            <a:pPr algn="l"/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Год: 2026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621414">
            <a:off x="8596059" y="3066959"/>
            <a:ext cx="2856451" cy="325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474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 ролей</a:t>
            </a:r>
            <a:endParaRPr lang="ru-RU" sz="4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970689"/>
            <a:ext cx="5157787" cy="534385"/>
          </a:xfr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/>
          <a:lstStyle/>
          <a:p>
            <a:pPr algn="ctr"/>
            <a:r>
              <a:rPr lang="ru-RU" sz="2800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</a:t>
            </a:r>
            <a:endParaRPr lang="ru-RU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970689"/>
            <a:ext cx="5183188" cy="534386"/>
          </a:xfr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>
            <a:normAutofit/>
          </a:bodyPr>
          <a:lstStyle/>
          <a:p>
            <a:pPr algn="ctr"/>
            <a:r>
              <a:rPr lang="ru-RU" sz="2800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Кто</a:t>
            </a:r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реализовывал</a:t>
            </a: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100128"/>
              </p:ext>
            </p:extLst>
          </p:nvPr>
        </p:nvGraphicFramePr>
        <p:xfrm>
          <a:off x="839788" y="2979682"/>
          <a:ext cx="10515600" cy="329499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41347496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38718843"/>
                    </a:ext>
                  </a:extLst>
                </a:gridCol>
              </a:tblGrid>
              <a:tr h="1192777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Расстановка</a:t>
                      </a:r>
                      <a:r>
                        <a:rPr lang="ru-RU" sz="2400" baseline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кораблей с использованием указателей</a:t>
                      </a:r>
                      <a:endParaRPr lang="ru-RU" sz="2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Кириченко Илья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612846"/>
                  </a:ext>
                </a:extLst>
              </a:tr>
              <a:tr h="1051108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Реализация</a:t>
                      </a:r>
                      <a:r>
                        <a:rPr lang="ru-RU" sz="2400" baseline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боя</a:t>
                      </a:r>
                      <a:endParaRPr lang="ru-RU" sz="2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Ваньков Павел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311867"/>
                  </a:ext>
                </a:extLst>
              </a:tr>
              <a:tr h="1051108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Внедрение потоков и синхронизации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Ситков Даниил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91353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1840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8731" y="945931"/>
            <a:ext cx="10279117" cy="638502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задачи и требования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47951" y="3740502"/>
            <a:ext cx="37198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FF0000"/>
                </a:solidFill>
              </a:rPr>
              <a:t>Добавьте скрины примеров  используемого кода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101964"/>
              </p:ext>
            </p:extLst>
          </p:nvPr>
        </p:nvGraphicFramePr>
        <p:xfrm>
          <a:off x="838200" y="2506716"/>
          <a:ext cx="10515600" cy="3652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41347496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38718843"/>
                    </a:ext>
                  </a:extLst>
                </a:gridCol>
              </a:tblGrid>
              <a:tr h="121764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Работа с динамической памятью (указатели)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612846"/>
                  </a:ext>
                </a:extLst>
              </a:tr>
              <a:tr h="121764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Многопоточность (потоки)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311867"/>
                  </a:ext>
                </a:extLst>
              </a:tr>
              <a:tr h="121764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Синхронизация </a:t>
                      </a:r>
                      <a:r>
                        <a:rPr lang="ru-RU" sz="240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2400" dirty="0" err="1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ивенты</a:t>
                      </a:r>
                      <a:r>
                        <a:rPr lang="ru-RU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9135334"/>
                  </a:ext>
                </a:extLst>
              </a:tr>
            </a:tbl>
          </a:graphicData>
        </a:graphic>
      </p:graphicFrame>
      <p:pic>
        <p:nvPicPr>
          <p:cNvPr id="7" name="Объект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086" y="2617076"/>
            <a:ext cx="3782164" cy="81192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C85278C-2EE8-0251-C9F4-CF531CC7F6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197" y="3607591"/>
            <a:ext cx="6676007" cy="121937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37DA10F-59EB-449A-FB8D-DBAA70A687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9" y="5019640"/>
            <a:ext cx="5618205" cy="1084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110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152" y="220718"/>
            <a:ext cx="4852112" cy="1206827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Расстановка кораблей и работа с памятью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688932"/>
              </p:ext>
            </p:extLst>
          </p:nvPr>
        </p:nvGraphicFramePr>
        <p:xfrm>
          <a:off x="331074" y="1608080"/>
          <a:ext cx="11524594" cy="48557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2297">
                  <a:extLst>
                    <a:ext uri="{9D8B030D-6E8A-4147-A177-3AD203B41FA5}">
                      <a16:colId xmlns:a16="http://schemas.microsoft.com/office/drawing/2014/main" val="2081857502"/>
                    </a:ext>
                  </a:extLst>
                </a:gridCol>
                <a:gridCol w="5762297">
                  <a:extLst>
                    <a:ext uri="{9D8B030D-6E8A-4147-A177-3AD203B41FA5}">
                      <a16:colId xmlns:a16="http://schemas.microsoft.com/office/drawing/2014/main" val="4163045744"/>
                    </a:ext>
                  </a:extLst>
                </a:gridCol>
              </a:tblGrid>
              <a:tr h="1194857"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Хранение </a:t>
                      </a:r>
                      <a:r>
                        <a:rPr lang="ru-RU" sz="240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поля </a:t>
                      </a:r>
                      <a:r>
                        <a:rPr lang="ru-RU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через массив указателей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657293"/>
                  </a:ext>
                </a:extLst>
              </a:tr>
              <a:tr h="1288812"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Динамическое создание кораблей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831900"/>
                  </a:ext>
                </a:extLst>
              </a:tr>
              <a:tr h="2372113"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Реализовал деструктор для освобождения памяти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4804075"/>
                  </a:ext>
                </a:extLst>
              </a:tr>
            </a:tbl>
          </a:graphicData>
        </a:graphic>
      </p:graphicFrame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056" y="1608080"/>
            <a:ext cx="4130298" cy="45213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371" y="2742607"/>
            <a:ext cx="5759668" cy="658224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083225"/>
            <a:ext cx="5759668" cy="2128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23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33703" y="409427"/>
            <a:ext cx="3925614" cy="77421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just"/>
            <a:r>
              <a:rPr lang="ru-RU" sz="3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</a:t>
            </a:r>
            <a:r>
              <a:rPr lang="en-US" sz="5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боя</a:t>
            </a:r>
            <a:endParaRPr lang="ru-RU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749690"/>
              </p:ext>
            </p:extLst>
          </p:nvPr>
        </p:nvGraphicFramePr>
        <p:xfrm>
          <a:off x="333703" y="1404880"/>
          <a:ext cx="11524594" cy="5674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2297">
                  <a:extLst>
                    <a:ext uri="{9D8B030D-6E8A-4147-A177-3AD203B41FA5}">
                      <a16:colId xmlns:a16="http://schemas.microsoft.com/office/drawing/2014/main" val="2081857502"/>
                    </a:ext>
                  </a:extLst>
                </a:gridCol>
                <a:gridCol w="5762297">
                  <a:extLst>
                    <a:ext uri="{9D8B030D-6E8A-4147-A177-3AD203B41FA5}">
                      <a16:colId xmlns:a16="http://schemas.microsoft.com/office/drawing/2014/main" val="4163045744"/>
                    </a:ext>
                  </a:extLst>
                </a:gridCol>
              </a:tblGrid>
              <a:tr h="1660053"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400" b="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Обработка </a:t>
                      </a:r>
                      <a:r>
                        <a:rPr lang="ru-RU" sz="24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выстрела</a:t>
                      </a:r>
                      <a:endParaRPr lang="ru-RU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ru-RU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657293"/>
                  </a:ext>
                </a:extLst>
              </a:tr>
              <a:tr h="1642534"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4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</a:t>
                      </a:r>
                      <a:r>
                        <a:rPr lang="ru-RU" sz="2400" b="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обивание </a:t>
                      </a:r>
                      <a:r>
                        <a:rPr lang="ru-RU" sz="24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бота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ru-RU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831900"/>
                  </a:ext>
                </a:extLst>
              </a:tr>
              <a:tr h="2372113"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400" b="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Потопление </a:t>
                      </a:r>
                      <a:r>
                        <a:rPr lang="ru-RU" sz="24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корабля</a:t>
                      </a:r>
                      <a:endParaRPr lang="ru-RU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ru-RU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4804075"/>
                  </a:ext>
                </a:extLst>
              </a:tr>
            </a:tbl>
          </a:graphicData>
        </a:graphic>
      </p:graphicFrame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8423B9A-794D-422A-9D37-46030DC62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571" y="188189"/>
            <a:ext cx="5012268" cy="205610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8AE1847-09BB-4A24-BB27-45CB49BE10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2492" y="4936604"/>
            <a:ext cx="6487053" cy="17006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22634783-3CBB-4EA8-9A57-235A80C86E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6958" y="2368746"/>
            <a:ext cx="5909248" cy="244340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44461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92D5DA-69AE-EE80-BBB1-9FE2DE491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CB5135-5DDD-5B98-032D-8B5089458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703" y="362618"/>
            <a:ext cx="4637256" cy="1581665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многопоточности и синхронизация ходов</a:t>
            </a:r>
            <a:endParaRPr lang="ru-RU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4E040080-4BC4-BEE6-254F-CB5B3D6CFD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7419531"/>
              </p:ext>
            </p:extLst>
          </p:nvPr>
        </p:nvGraphicFramePr>
        <p:xfrm>
          <a:off x="333703" y="2302096"/>
          <a:ext cx="11524594" cy="48557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2297">
                  <a:extLst>
                    <a:ext uri="{9D8B030D-6E8A-4147-A177-3AD203B41FA5}">
                      <a16:colId xmlns:a16="http://schemas.microsoft.com/office/drawing/2014/main" val="2081857502"/>
                    </a:ext>
                  </a:extLst>
                </a:gridCol>
                <a:gridCol w="5762297">
                  <a:extLst>
                    <a:ext uri="{9D8B030D-6E8A-4147-A177-3AD203B41FA5}">
                      <a16:colId xmlns:a16="http://schemas.microsoft.com/office/drawing/2014/main" val="4163045744"/>
                    </a:ext>
                  </a:extLst>
                </a:gridCol>
              </a:tblGrid>
              <a:tr h="1194857"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400" b="0" i="0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Разделение логики на независимые потоки</a:t>
                      </a:r>
                      <a:endParaRPr lang="ru-RU" sz="3200" b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ru-RU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657293"/>
                  </a:ext>
                </a:extLst>
              </a:tr>
              <a:tr h="1288812"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400" b="0" i="0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Блокировка потока</a:t>
                      </a:r>
                      <a:endParaRPr lang="ru-RU" sz="3200" b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ru-RU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831900"/>
                  </a:ext>
                </a:extLst>
              </a:tr>
              <a:tr h="2372113"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400" b="0" i="0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Передача управления</a:t>
                      </a:r>
                      <a:endParaRPr lang="ru-RU" sz="3200" b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ru-RU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4804075"/>
                  </a:ext>
                </a:extLst>
              </a:tr>
            </a:tbl>
          </a:graphicData>
        </a:graphic>
      </p:graphicFrame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D56C587-8140-A4D2-A098-A67A01282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980" y="1153450"/>
            <a:ext cx="4650410" cy="1257277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FDD08AF-E994-8DC7-5319-D7562E1DDD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678" y="2163908"/>
            <a:ext cx="4894990" cy="86920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FDDC009-5720-3B41-0716-A1989EA5FC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5626" y="3334708"/>
            <a:ext cx="6773609" cy="914142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216D7DB-5F3C-42EF-9C44-6E188426C0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4633331"/>
            <a:ext cx="7260094" cy="141346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08350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8416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TM04033921[[fn=Дамаск]]</Template>
  <TotalTime>196</TotalTime>
  <Words>119</Words>
  <Application>Microsoft Office PowerPoint</Application>
  <PresentationFormat>Широкоэкранный</PresentationFormat>
  <Paragraphs>33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Тема Office</vt:lpstr>
      <vt:lpstr>Морской бой на C++</vt:lpstr>
      <vt:lpstr>Распределение ролей</vt:lpstr>
      <vt:lpstr>Постановка задачи и требования</vt:lpstr>
      <vt:lpstr>Расстановка кораблей и работа с памятью</vt:lpstr>
      <vt:lpstr>Реализация боя</vt:lpstr>
      <vt:lpstr>Реализация многопоточности и синхронизация ходов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Морской бой на C++</dc:title>
  <dc:creator>Your PC</dc:creator>
  <cp:lastModifiedBy>Your PC</cp:lastModifiedBy>
  <cp:revision>27</cp:revision>
  <dcterms:created xsi:type="dcterms:W3CDTF">2026-03-12T14:29:25Z</dcterms:created>
  <dcterms:modified xsi:type="dcterms:W3CDTF">2026-03-13T17:50:41Z</dcterms:modified>
</cp:coreProperties>
</file>