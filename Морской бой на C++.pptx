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0" autoAdjust="0"/>
    <p:restoredTop sz="94660"/>
  </p:normalViewPr>
  <p:slideViewPr>
    <p:cSldViewPr snapToGrid="0" showGuides="1">
      <p:cViewPr varScale="1">
        <p:scale>
          <a:sx n="58" d="100"/>
          <a:sy n="58" d="100"/>
        </p:scale>
        <p:origin x="102" y="4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426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26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33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6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139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323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41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54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405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175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0772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15000-9175-4FB8-9666-11C5E7BD8C8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580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327564"/>
            <a:ext cx="7265324" cy="1101436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Морской бой на </a:t>
            </a:r>
            <a:r>
              <a:rPr lang="en-US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25308" y="4307728"/>
            <a:ext cx="5177965" cy="2026570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Autofit/>
          </a:bodyPr>
          <a:lstStyle/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«Системное программирование»</a:t>
            </a:r>
          </a:p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 </a:t>
            </a:r>
          </a:p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ПР-31</a:t>
            </a:r>
          </a:p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Год: 2026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1414">
            <a:off x="8596059" y="3066959"/>
            <a:ext cx="2856451" cy="325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74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 и требования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93032" y="2460566"/>
            <a:ext cx="2819832" cy="598731"/>
          </a:xfrm>
          <a:prstGeom prst="rect">
            <a:avLst/>
          </a:prstGeo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7" y="2460566"/>
            <a:ext cx="4530235" cy="3823856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с динамической памятью (указатели)</a:t>
            </a:r>
          </a:p>
          <a:p>
            <a:endParaRPr lang="ru-RU" sz="20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Многопоточность (потоки)</a:t>
            </a:r>
          </a:p>
          <a:p>
            <a:endParaRPr lang="ru-RU" sz="20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Синхронизация (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ьютексы, ивенты)</a:t>
            </a:r>
          </a:p>
          <a:p>
            <a:endParaRPr lang="ru-RU" sz="20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Взаимодействие с ботом</a:t>
            </a: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1109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TM04033921[[fn=Дамаск]]</Template>
  <TotalTime>14</TotalTime>
  <Words>41</Words>
  <Application>Microsoft Office PowerPoint</Application>
  <PresentationFormat>Широкоэкранный</PresentationFormat>
  <Paragraphs>13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Тема Office</vt:lpstr>
      <vt:lpstr>Морской бой на C++</vt:lpstr>
      <vt:lpstr>Постановка задачи и требования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Морской бой на C++</dc:title>
  <dc:creator>Your PC</dc:creator>
  <cp:lastModifiedBy>Your PC</cp:lastModifiedBy>
  <cp:revision>4</cp:revision>
  <dcterms:created xsi:type="dcterms:W3CDTF">2026-03-12T14:29:25Z</dcterms:created>
  <dcterms:modified xsi:type="dcterms:W3CDTF">2026-03-12T14:43:49Z</dcterms:modified>
</cp:coreProperties>
</file>